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4630400" cy="9753600"/>
  <p:notesSz cx="6858000" cy="9144000"/>
  <p:embeddedFontLst>
    <p:embeddedFont>
      <p:font typeface="Montserrat Ultra-Bold" charset="1" panose="00000900000000000000"/>
      <p:regular r:id="rId10"/>
    </p:embeddedFont>
    <p:embeddedFont>
      <p:font typeface="Montserrat Medium" charset="1" panose="00000600000000000000"/>
      <p:regular r:id="rId11"/>
    </p:embeddedFont>
    <p:embeddedFont>
      <p:font typeface="Canva Sans Medium" charset="1" panose="020B0603030501040103"/>
      <p:regular r:id="rId12"/>
    </p:embeddedFont>
    <p:embeddedFont>
      <p:font typeface="Arimo Italics" charset="1" panose="020B0604020202090204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00" cy="9753600"/>
            <a:chOff x="0" y="0"/>
            <a:chExt cx="19507200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3004800"/>
                  </a:lnTo>
                  <a:lnTo>
                    <a:pt x="0" y="13004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4" id="4"/>
          <p:cNvSpPr/>
          <p:nvPr/>
        </p:nvSpPr>
        <p:spPr>
          <a:xfrm rot="5398140">
            <a:off x="-4193619" y="4557493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8140">
            <a:off x="-32030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8140">
            <a:off x="-21362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8140">
            <a:off x="-10694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8140">
            <a:off x="-2619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98140">
            <a:off x="10641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98140">
            <a:off x="21309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98140">
            <a:off x="31977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98140">
            <a:off x="42645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98140">
            <a:off x="53313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98140">
            <a:off x="63981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98140">
            <a:off x="74649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98140">
            <a:off x="85317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98140">
            <a:off x="9598581" y="4872038"/>
            <a:ext cx="97588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260">
            <a:off x="-2619" y="-4762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260">
            <a:off x="-2619" y="10620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260">
            <a:off x="-2619" y="21288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260">
            <a:off x="-2619" y="31956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260">
            <a:off x="-2619" y="42624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1260">
            <a:off x="-2619" y="53292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260">
            <a:off x="-2619" y="63960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260">
            <a:off x="-2619" y="74628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260">
            <a:off x="-2619" y="85296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1260">
            <a:off x="-2619" y="9596438"/>
            <a:ext cx="14635639" cy="0"/>
          </a:xfrm>
          <a:prstGeom prst="line">
            <a:avLst/>
          </a:prstGeom>
          <a:ln cap="rnd" w="9525">
            <a:solidFill>
              <a:srgbClr val="EEE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198782" y="1976009"/>
            <a:ext cx="6191250" cy="5172504"/>
            <a:chOff x="0" y="0"/>
            <a:chExt cx="8255000" cy="6896671"/>
          </a:xfrm>
        </p:grpSpPr>
        <p:sp>
          <p:nvSpPr>
            <p:cNvPr name="Freeform 29" id="29" descr="Faint ELEVATES security watermark"/>
            <p:cNvSpPr/>
            <p:nvPr/>
          </p:nvSpPr>
          <p:spPr>
            <a:xfrm flipH="false" flipV="false" rot="0">
              <a:off x="0" y="0"/>
              <a:ext cx="8255000" cy="6896735"/>
            </a:xfrm>
            <a:custGeom>
              <a:avLst/>
              <a:gdLst/>
              <a:ahLst/>
              <a:cxnLst/>
              <a:rect r="r" b="b" t="t" l="l"/>
              <a:pathLst>
                <a:path h="6896735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6896735"/>
                  </a:lnTo>
                  <a:lnTo>
                    <a:pt x="0" y="689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92" y="-639051"/>
            <a:ext cx="2582008" cy="3425114"/>
            <a:chOff x="0" y="0"/>
            <a:chExt cx="3442678" cy="4566818"/>
          </a:xfrm>
        </p:grpSpPr>
        <p:sp>
          <p:nvSpPr>
            <p:cNvPr name="Freeform 31" id="31" descr="Hand-drawn curve"/>
            <p:cNvSpPr/>
            <p:nvPr/>
          </p:nvSpPr>
          <p:spPr>
            <a:xfrm flipH="false" flipV="false" rot="0">
              <a:off x="0" y="0"/>
              <a:ext cx="3442716" cy="4566793"/>
            </a:xfrm>
            <a:custGeom>
              <a:avLst/>
              <a:gdLst/>
              <a:ahLst/>
              <a:cxnLst/>
              <a:rect r="r" b="b" t="t" l="l"/>
              <a:pathLst>
                <a:path h="4566793" w="3442716">
                  <a:moveTo>
                    <a:pt x="0" y="0"/>
                  </a:moveTo>
                  <a:lnTo>
                    <a:pt x="3442716" y="0"/>
                  </a:lnTo>
                  <a:lnTo>
                    <a:pt x="3442716" y="4566793"/>
                  </a:lnTo>
                  <a:lnTo>
                    <a:pt x="0" y="456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590550"/>
            <a:ext cx="200025" cy="200025"/>
            <a:chOff x="0" y="0"/>
            <a:chExt cx="266700" cy="266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C4C2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85825" y="790575"/>
            <a:ext cx="200025" cy="200025"/>
            <a:chOff x="0" y="0"/>
            <a:chExt cx="266700" cy="266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C4C2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5800" y="990600"/>
            <a:ext cx="200025" cy="200025"/>
            <a:chOff x="0" y="0"/>
            <a:chExt cx="266700" cy="266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C4C2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1831704">
            <a:off x="938392" y="1935538"/>
            <a:ext cx="458289" cy="559992"/>
            <a:chOff x="0" y="0"/>
            <a:chExt cx="611053" cy="746656"/>
          </a:xfrm>
        </p:grpSpPr>
        <p:sp>
          <p:nvSpPr>
            <p:cNvPr name="AutoShape 39" id="39"/>
            <p:cNvSpPr/>
            <p:nvPr/>
          </p:nvSpPr>
          <p:spPr>
            <a:xfrm>
              <a:off x="288378" y="584"/>
              <a:ext cx="34296" cy="745489"/>
            </a:xfrm>
            <a:prstGeom prst="line">
              <a:avLst/>
            </a:prstGeom>
            <a:ln cap="rnd" w="25400">
              <a:solidFill>
                <a:srgbClr val="FC4C2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8980" y="76782"/>
              <a:ext cx="593092" cy="593092"/>
            </a:xfrm>
            <a:prstGeom prst="line">
              <a:avLst/>
            </a:prstGeom>
            <a:ln cap="rnd" w="25400">
              <a:solidFill>
                <a:srgbClr val="FC4C2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 flipV="true">
              <a:off x="8980" y="76782"/>
              <a:ext cx="593092" cy="593092"/>
            </a:xfrm>
            <a:prstGeom prst="line">
              <a:avLst/>
            </a:prstGeom>
            <a:ln cap="rnd" w="25400">
              <a:solidFill>
                <a:srgbClr val="FC4C2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338047" y="76200"/>
            <a:ext cx="2320928" cy="2047875"/>
            <a:chOff x="0" y="0"/>
            <a:chExt cx="3094571" cy="2730500"/>
          </a:xfrm>
        </p:grpSpPr>
        <p:sp>
          <p:nvSpPr>
            <p:cNvPr name="Freeform 43" id="43" descr="Handwritten motivational doodle"/>
            <p:cNvSpPr/>
            <p:nvPr/>
          </p:nvSpPr>
          <p:spPr>
            <a:xfrm flipH="false" flipV="false" rot="0">
              <a:off x="0" y="0"/>
              <a:ext cx="3094609" cy="2730500"/>
            </a:xfrm>
            <a:custGeom>
              <a:avLst/>
              <a:gdLst/>
              <a:ahLst/>
              <a:cxnLst/>
              <a:rect r="r" b="b" t="t" l="l"/>
              <a:pathLst>
                <a:path h="2730500" w="3094609">
                  <a:moveTo>
                    <a:pt x="0" y="0"/>
                  </a:moveTo>
                  <a:lnTo>
                    <a:pt x="3094609" y="0"/>
                  </a:lnTo>
                  <a:lnTo>
                    <a:pt x="3094609" y="2730500"/>
                  </a:lnTo>
                  <a:lnTo>
                    <a:pt x="0" y="273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-279780">
            <a:off x="13014627" y="3044304"/>
            <a:ext cx="1238250" cy="1179281"/>
            <a:chOff x="0" y="0"/>
            <a:chExt cx="1651000" cy="1572374"/>
          </a:xfrm>
        </p:grpSpPr>
        <p:sp>
          <p:nvSpPr>
            <p:cNvPr name="Freeform 45" id="45" descr="Orange pixel smiley"/>
            <p:cNvSpPr/>
            <p:nvPr/>
          </p:nvSpPr>
          <p:spPr>
            <a:xfrm flipH="false" flipV="false" rot="0">
              <a:off x="0" y="0"/>
              <a:ext cx="1651000" cy="1572387"/>
            </a:xfrm>
            <a:custGeom>
              <a:avLst/>
              <a:gdLst/>
              <a:ahLst/>
              <a:cxnLst/>
              <a:rect r="r" b="b" t="t" l="l"/>
              <a:pathLst>
                <a:path h="1572387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572387"/>
                  </a:lnTo>
                  <a:lnTo>
                    <a:pt x="0" y="157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-28575" y="5462588"/>
            <a:ext cx="2905125" cy="4357688"/>
            <a:chOff x="0" y="0"/>
            <a:chExt cx="3873500" cy="5810250"/>
          </a:xfrm>
        </p:grpSpPr>
        <p:sp>
          <p:nvSpPr>
            <p:cNvPr name="Freeform 47" id="47" descr="Progress staircase with flag"/>
            <p:cNvSpPr/>
            <p:nvPr/>
          </p:nvSpPr>
          <p:spPr>
            <a:xfrm flipH="false" flipV="false" rot="0">
              <a:off x="0" y="0"/>
              <a:ext cx="3873500" cy="5810250"/>
            </a:xfrm>
            <a:custGeom>
              <a:avLst/>
              <a:gdLst/>
              <a:ahLst/>
              <a:cxnLst/>
              <a:rect r="r" b="b" t="t" l="l"/>
              <a:pathLst>
                <a:path h="581025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5810250"/>
                  </a:lnTo>
                  <a:lnTo>
                    <a:pt x="0" y="581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396288" y="6319838"/>
            <a:ext cx="6248400" cy="3467100"/>
            <a:chOff x="0" y="0"/>
            <a:chExt cx="8331200" cy="4622800"/>
          </a:xfrm>
        </p:grpSpPr>
        <p:sp>
          <p:nvSpPr>
            <p:cNvPr name="Freeform 49" id="49" descr="Orange peach wave"/>
            <p:cNvSpPr/>
            <p:nvPr/>
          </p:nvSpPr>
          <p:spPr>
            <a:xfrm flipH="false" flipV="false" rot="0">
              <a:off x="0" y="0"/>
              <a:ext cx="8331200" cy="4622800"/>
            </a:xfrm>
            <a:custGeom>
              <a:avLst/>
              <a:gdLst/>
              <a:ahLst/>
              <a:cxnLst/>
              <a:rect r="r" b="b" t="t" l="l"/>
              <a:pathLst>
                <a:path h="4622800" w="8331200">
                  <a:moveTo>
                    <a:pt x="0" y="0"/>
                  </a:moveTo>
                  <a:lnTo>
                    <a:pt x="8331200" y="0"/>
                  </a:lnTo>
                  <a:lnTo>
                    <a:pt x="8331200" y="4622800"/>
                  </a:lnTo>
                  <a:lnTo>
                    <a:pt x="0" y="462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073" r="0" b="-1007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814512" y="190500"/>
            <a:ext cx="5514975" cy="1838325"/>
            <a:chOff x="0" y="0"/>
            <a:chExt cx="7353300" cy="2451100"/>
          </a:xfrm>
        </p:grpSpPr>
        <p:sp>
          <p:nvSpPr>
            <p:cNvPr name="Freeform 51" id="51" descr="ELEVATES — For students by students"/>
            <p:cNvSpPr/>
            <p:nvPr/>
          </p:nvSpPr>
          <p:spPr>
            <a:xfrm flipH="false" flipV="false" rot="0">
              <a:off x="0" y="0"/>
              <a:ext cx="73533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7353300">
                  <a:moveTo>
                    <a:pt x="0" y="0"/>
                  </a:moveTo>
                  <a:lnTo>
                    <a:pt x="7353300" y="0"/>
                  </a:lnTo>
                  <a:lnTo>
                    <a:pt x="73533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619500" y="2400300"/>
            <a:ext cx="7391400" cy="1317803"/>
            <a:chOff x="0" y="0"/>
            <a:chExt cx="9855200" cy="17570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855200" cy="1757069"/>
            </a:xfrm>
            <a:custGeom>
              <a:avLst/>
              <a:gdLst/>
              <a:ahLst/>
              <a:cxnLst/>
              <a:rect r="r" b="b" t="t" l="l"/>
              <a:pathLst>
                <a:path h="1757069" w="9855200">
                  <a:moveTo>
                    <a:pt x="0" y="0"/>
                  </a:moveTo>
                  <a:lnTo>
                    <a:pt x="9855200" y="0"/>
                  </a:lnTo>
                  <a:lnTo>
                    <a:pt x="9855200" y="1757069"/>
                  </a:lnTo>
                  <a:lnTo>
                    <a:pt x="0" y="17570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9535" r="0" b="-490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855200" cy="176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b="true" sz="6600" spc="303">
                  <a:solidFill>
                    <a:srgbClr val="111111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CERTIFICATE OF COMPLETION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076700" y="3377546"/>
            <a:ext cx="6438900" cy="565804"/>
            <a:chOff x="0" y="0"/>
            <a:chExt cx="8585200" cy="75440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85200" cy="754404"/>
            </a:xfrm>
            <a:custGeom>
              <a:avLst/>
              <a:gdLst/>
              <a:ahLst/>
              <a:cxnLst/>
              <a:rect r="r" b="b" t="t" l="l"/>
              <a:pathLst>
                <a:path h="754404" w="8585200">
                  <a:moveTo>
                    <a:pt x="0" y="0"/>
                  </a:moveTo>
                  <a:lnTo>
                    <a:pt x="8585200" y="0"/>
                  </a:lnTo>
                  <a:lnTo>
                    <a:pt x="8585200" y="754404"/>
                  </a:lnTo>
                  <a:lnTo>
                    <a:pt x="0" y="7544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7972" r="0" b="-16551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585200" cy="75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 b="true">
                  <a:solidFill>
                    <a:srgbClr val="11111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 F   H O N O 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629150" y="4171950"/>
            <a:ext cx="5372100" cy="361950"/>
            <a:chOff x="0" y="0"/>
            <a:chExt cx="7162800" cy="482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62800" cy="482600"/>
            </a:xfrm>
            <a:custGeom>
              <a:avLst/>
              <a:gdLst/>
              <a:ahLst/>
              <a:cxnLst/>
              <a:rect r="r" b="b" t="t" l="l"/>
              <a:pathLst>
                <a:path h="482600" w="7162800">
                  <a:moveTo>
                    <a:pt x="0" y="0"/>
                  </a:moveTo>
                  <a:lnTo>
                    <a:pt x="7162800" y="0"/>
                  </a:lnTo>
                  <a:lnTo>
                    <a:pt x="71628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39198" r="0" b="-23919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162800" cy="482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11111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THIS RECOGNITION IS PRESENTED TO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695700" y="4648200"/>
            <a:ext cx="7239000" cy="1066800"/>
            <a:chOff x="0" y="0"/>
            <a:chExt cx="9652000" cy="1422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52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422400"/>
                  </a:lnTo>
                  <a:lnTo>
                    <a:pt x="0" y="14224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9652000" cy="1441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80"/>
                </a:lnSpc>
              </a:pPr>
              <a:r>
                <a:rPr lang="en-US" sz="6150" i="true">
                  <a:solidFill>
                    <a:srgbClr val="111111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Alex Rivera</a:t>
              </a:r>
            </a:p>
          </p:txBody>
        </p:sp>
      </p:grpSp>
      <p:sp>
        <p:nvSpPr>
          <p:cNvPr name="AutoShape 64" id="64"/>
          <p:cNvSpPr/>
          <p:nvPr/>
        </p:nvSpPr>
        <p:spPr>
          <a:xfrm rot="7680">
            <a:off x="3687594" y="5824538"/>
            <a:ext cx="7255212" cy="0"/>
          </a:xfrm>
          <a:prstGeom prst="line">
            <a:avLst/>
          </a:prstGeom>
          <a:ln cap="rnd" w="952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3600450" y="6096000"/>
            <a:ext cx="7429500" cy="895350"/>
            <a:chOff x="0" y="0"/>
            <a:chExt cx="9906000" cy="1193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06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193800"/>
                  </a:lnTo>
                  <a:lnTo>
                    <a:pt x="0" y="11938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1684" r="0" b="-1116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906000" cy="1241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98"/>
                </a:lnSpc>
              </a:pPr>
              <a:r>
                <a:rPr lang="en-US" sz="13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has demonstrated exemplary mastery in Fullstack System Architecture,</a:t>
              </a:r>
            </a:p>
            <a:p>
              <a:pPr algn="ctr">
                <a:lnSpc>
                  <a:spcPts val="1998"/>
                </a:lnSpc>
              </a:pPr>
              <a:r>
                <a:rPr lang="en-US" sz="13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spearheading open source initiatives with passion and persistence,</a:t>
              </a:r>
            </a:p>
            <a:p>
              <a:pPr algn="ctr">
                <a:lnSpc>
                  <a:spcPts val="1998"/>
                </a:lnSpc>
              </a:pPr>
              <a:r>
                <a:rPr lang="en-US" sz="135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and inspiring the community toward innovation.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15720">
            <a:off x="2709139" y="7853362"/>
            <a:ext cx="2392232" cy="0"/>
          </a:xfrm>
          <a:prstGeom prst="line">
            <a:avLst/>
          </a:prstGeom>
          <a:ln cap="rnd" w="952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2714625" y="7915275"/>
            <a:ext cx="2381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Dr. Rajesh Kumar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14625" y="8181975"/>
            <a:ext cx="23812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 H A I R P E R S O 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14625" y="8420100"/>
            <a:ext cx="23812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"/>
              </a:lnSpc>
            </a:pPr>
            <a:r>
              <a:rPr lang="en-US" sz="8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CUSAT Innovation Labs</a:t>
            </a:r>
          </a:p>
        </p:txBody>
      </p:sp>
      <p:sp>
        <p:nvSpPr>
          <p:cNvPr name="AutoShape 72" id="72"/>
          <p:cNvSpPr/>
          <p:nvPr/>
        </p:nvSpPr>
        <p:spPr>
          <a:xfrm rot="15720">
            <a:off x="9519514" y="7853362"/>
            <a:ext cx="2392232" cy="0"/>
          </a:xfrm>
          <a:prstGeom prst="line">
            <a:avLst/>
          </a:prstGeom>
          <a:ln cap="rnd" w="952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9525000" y="7915275"/>
            <a:ext cx="23812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Prof. Priya Sharma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525000" y="8191500"/>
            <a:ext cx="23812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"/>
              </a:lnSpc>
            </a:pPr>
            <a:r>
              <a:rPr lang="en-US" sz="6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 E N T O 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25000" y="8420100"/>
            <a:ext cx="23812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"/>
              </a:lnSpc>
            </a:pPr>
            <a:r>
              <a:rPr lang="en-US" sz="8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CUSAT Innovation Labs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6505575" y="7239000"/>
            <a:ext cx="1619250" cy="1619250"/>
            <a:chOff x="0" y="0"/>
            <a:chExt cx="2159000" cy="2159000"/>
          </a:xfrm>
        </p:grpSpPr>
        <p:sp>
          <p:nvSpPr>
            <p:cNvPr name="Freeform 77" id="77" descr="Official ELEVATES seal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2571750" y="9220200"/>
            <a:ext cx="2571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7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BUILD. CODE. DEPLOY.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075578" y="9298306"/>
            <a:ext cx="22860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"/>
              </a:lnSpc>
            </a:pPr>
            <a:r>
              <a:rPr lang="en-US" sz="6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ELEVATES OS 2026</a:t>
            </a:r>
          </a:p>
        </p:txBody>
      </p:sp>
      <p:sp>
        <p:nvSpPr>
          <p:cNvPr name="AutoShape 80" id="80"/>
          <p:cNvSpPr/>
          <p:nvPr/>
        </p:nvSpPr>
        <p:spPr>
          <a:xfrm>
            <a:off x="13769460" y="9453562"/>
            <a:ext cx="592118" cy="1"/>
          </a:xfrm>
          <a:prstGeom prst="line">
            <a:avLst/>
          </a:prstGeom>
          <a:ln cap="rnd" w="9525">
            <a:solidFill>
              <a:srgbClr val="FC4C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2590800" y="9436912"/>
            <a:ext cx="592118" cy="1"/>
          </a:xfrm>
          <a:prstGeom prst="line">
            <a:avLst/>
          </a:prstGeom>
          <a:ln cap="rnd" w="9525">
            <a:solidFill>
              <a:srgbClr val="FC4C2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DAHVV8Xw0c4</dc:identifier>
  <dcterms:modified xsi:type="dcterms:W3CDTF">2011-08-01T06:04:30Z</dcterms:modified>
  <cp:revision>1</cp:revision>
  <dc:title>ELEVATES_Certificate.pptx</dc:title>
</cp:coreProperties>
</file>