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7"/>
  </p:notesMasterIdLst>
  <p:sldIdLst>
    <p:sldId id="256" r:id="rId6"/>
  </p:sldIdLst>
  <p:sldSz cx="14630400" cy="9753600"/>
  <p:notesSz cx="6858000" cy="9144000"/>
  <p:embeddedFontLst>
    <p:embeddedFont>
      <p:font typeface="Montserrat Ultra-Bold" charset="1" panose="00000900000000000000"/>
      <p:regular r:id="rId10"/>
    </p:embeddedFont>
    <p:embeddedFont>
      <p:font typeface="Montserrat Medium" charset="1" panose="00000600000000000000"/>
      <p:regular r:id="rId11"/>
    </p:embeddedFont>
    <p:embeddedFont>
      <p:font typeface="Canva Sans Medium" charset="1" panose="020B0603030501040103"/>
      <p:regular r:id="rId12"/>
    </p:embeddedFont>
    <p:embeddedFont>
      <p:font typeface="Arimo Italics" charset="1" panose="020B0604020202090204"/>
      <p:regular r:id="rId13"/>
    </p:embeddedFont>
    <p:embeddedFont>
      <p:font typeface="Arial" charset="1" panose="020B0604020202020204"/>
      <p:regular r:id="rId14"/>
    </p:embeddedFont>
    <p:embeddedFont>
      <p:font typeface="Arial Bold" charset="1" panose="020B0704020202020204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notesMasters/notesMaster1.xml" Type="http://schemas.openxmlformats.org/officeDocument/2006/relationships/notesMaster"/><Relationship Id="rId8" Target="theme/theme2.xml" Type="http://schemas.openxmlformats.org/officeDocument/2006/relationships/theme"/><Relationship Id="rId9" Target="notesSlides/notesSlide1.xml" Type="http://schemas.openxmlformats.org/officeDocument/2006/relationships/notes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jpeg" Type="http://schemas.openxmlformats.org/officeDocument/2006/relationships/image"/><Relationship Id="rId11" Target="../media/image9.png" Type="http://schemas.openxmlformats.org/officeDocument/2006/relationships/image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Relationship Id="rId8" Target="../media/image6.png" Type="http://schemas.openxmlformats.org/officeDocument/2006/relationships/image"/><Relationship Id="rId9" Target="../media/image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4630400" cy="9753600"/>
            <a:chOff x="0" y="0"/>
            <a:chExt cx="19507200" cy="130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507200" cy="13004800"/>
            </a:xfrm>
            <a:custGeom>
              <a:avLst/>
              <a:gdLst/>
              <a:ahLst/>
              <a:cxnLst/>
              <a:rect r="r" b="b" t="t" l="l"/>
              <a:pathLst>
                <a:path h="130048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3004800"/>
                  </a:lnTo>
                  <a:lnTo>
                    <a:pt x="0" y="130048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AutoShape 4" id="4"/>
          <p:cNvSpPr/>
          <p:nvPr/>
        </p:nvSpPr>
        <p:spPr>
          <a:xfrm rot="5398140">
            <a:off x="-4193619" y="4557493"/>
            <a:ext cx="9758839" cy="0"/>
          </a:xfrm>
          <a:prstGeom prst="line">
            <a:avLst/>
          </a:prstGeom>
          <a:ln cap="rnd" w="9525">
            <a:solidFill>
              <a:srgbClr val="EEEE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5398140">
            <a:off x="-3203019" y="4872038"/>
            <a:ext cx="9758839" cy="0"/>
          </a:xfrm>
          <a:prstGeom prst="line">
            <a:avLst/>
          </a:prstGeom>
          <a:ln cap="rnd" w="9525">
            <a:solidFill>
              <a:srgbClr val="EEEE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5398140">
            <a:off x="-2136219" y="4872038"/>
            <a:ext cx="9758839" cy="0"/>
          </a:xfrm>
          <a:prstGeom prst="line">
            <a:avLst/>
          </a:prstGeom>
          <a:ln cap="rnd" w="9525">
            <a:solidFill>
              <a:srgbClr val="EEEE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rot="5398140">
            <a:off x="-1069419" y="4872038"/>
            <a:ext cx="9758839" cy="0"/>
          </a:xfrm>
          <a:prstGeom prst="line">
            <a:avLst/>
          </a:prstGeom>
          <a:ln cap="rnd" w="9525">
            <a:solidFill>
              <a:srgbClr val="EEEE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rot="5398140">
            <a:off x="-2619" y="4872038"/>
            <a:ext cx="9758839" cy="0"/>
          </a:xfrm>
          <a:prstGeom prst="line">
            <a:avLst/>
          </a:prstGeom>
          <a:ln cap="rnd" w="9525">
            <a:solidFill>
              <a:srgbClr val="EEEE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rot="5398140">
            <a:off x="1064181" y="4872038"/>
            <a:ext cx="9758839" cy="0"/>
          </a:xfrm>
          <a:prstGeom prst="line">
            <a:avLst/>
          </a:prstGeom>
          <a:ln cap="rnd" w="9525">
            <a:solidFill>
              <a:srgbClr val="EEEE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rot="5398140">
            <a:off x="2130981" y="4872038"/>
            <a:ext cx="9758839" cy="0"/>
          </a:xfrm>
          <a:prstGeom prst="line">
            <a:avLst/>
          </a:prstGeom>
          <a:ln cap="rnd" w="9525">
            <a:solidFill>
              <a:srgbClr val="EEEE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rot="5398140">
            <a:off x="3197781" y="4872038"/>
            <a:ext cx="9758839" cy="0"/>
          </a:xfrm>
          <a:prstGeom prst="line">
            <a:avLst/>
          </a:prstGeom>
          <a:ln cap="rnd" w="9525">
            <a:solidFill>
              <a:srgbClr val="EEEE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 rot="5398140">
            <a:off x="4264581" y="4872038"/>
            <a:ext cx="9758839" cy="0"/>
          </a:xfrm>
          <a:prstGeom prst="line">
            <a:avLst/>
          </a:prstGeom>
          <a:ln cap="rnd" w="9525">
            <a:solidFill>
              <a:srgbClr val="EEEE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rot="5398140">
            <a:off x="5331381" y="4872038"/>
            <a:ext cx="9758839" cy="0"/>
          </a:xfrm>
          <a:prstGeom prst="line">
            <a:avLst/>
          </a:prstGeom>
          <a:ln cap="rnd" w="9525">
            <a:solidFill>
              <a:srgbClr val="EEEE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rot="5398140">
            <a:off x="6398181" y="4872038"/>
            <a:ext cx="9758839" cy="0"/>
          </a:xfrm>
          <a:prstGeom prst="line">
            <a:avLst/>
          </a:prstGeom>
          <a:ln cap="rnd" w="9525">
            <a:solidFill>
              <a:srgbClr val="EEEE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 rot="5398140">
            <a:off x="7464981" y="4872038"/>
            <a:ext cx="9758839" cy="0"/>
          </a:xfrm>
          <a:prstGeom prst="line">
            <a:avLst/>
          </a:prstGeom>
          <a:ln cap="rnd" w="9525">
            <a:solidFill>
              <a:srgbClr val="EEEE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 rot="5398140">
            <a:off x="8531781" y="4872038"/>
            <a:ext cx="9758839" cy="0"/>
          </a:xfrm>
          <a:prstGeom prst="line">
            <a:avLst/>
          </a:prstGeom>
          <a:ln cap="rnd" w="9525">
            <a:solidFill>
              <a:srgbClr val="EEEE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 rot="5398140">
            <a:off x="9598581" y="4872038"/>
            <a:ext cx="9758839" cy="0"/>
          </a:xfrm>
          <a:prstGeom prst="line">
            <a:avLst/>
          </a:prstGeom>
          <a:ln cap="rnd" w="9525">
            <a:solidFill>
              <a:srgbClr val="EEEE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 rot="1260">
            <a:off x="-2619" y="-4762"/>
            <a:ext cx="14635639" cy="0"/>
          </a:xfrm>
          <a:prstGeom prst="line">
            <a:avLst/>
          </a:prstGeom>
          <a:ln cap="rnd" w="9525">
            <a:solidFill>
              <a:srgbClr val="EEEE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 rot="1260">
            <a:off x="-2619" y="1062038"/>
            <a:ext cx="14635639" cy="0"/>
          </a:xfrm>
          <a:prstGeom prst="line">
            <a:avLst/>
          </a:prstGeom>
          <a:ln cap="rnd" w="9525">
            <a:solidFill>
              <a:srgbClr val="EEEE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 rot="1260">
            <a:off x="-2619" y="2128838"/>
            <a:ext cx="14635639" cy="0"/>
          </a:xfrm>
          <a:prstGeom prst="line">
            <a:avLst/>
          </a:prstGeom>
          <a:ln cap="rnd" w="9525">
            <a:solidFill>
              <a:srgbClr val="EEEE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 rot="1260">
            <a:off x="-2619" y="3195638"/>
            <a:ext cx="14635639" cy="0"/>
          </a:xfrm>
          <a:prstGeom prst="line">
            <a:avLst/>
          </a:prstGeom>
          <a:ln cap="rnd" w="9525">
            <a:solidFill>
              <a:srgbClr val="EEEE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 rot="1260">
            <a:off x="-2619" y="4262438"/>
            <a:ext cx="14635639" cy="0"/>
          </a:xfrm>
          <a:prstGeom prst="line">
            <a:avLst/>
          </a:prstGeom>
          <a:ln cap="rnd" w="9525">
            <a:solidFill>
              <a:srgbClr val="EEEE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 rot="1260">
            <a:off x="-2619" y="5329238"/>
            <a:ext cx="14635639" cy="0"/>
          </a:xfrm>
          <a:prstGeom prst="line">
            <a:avLst/>
          </a:prstGeom>
          <a:ln cap="rnd" w="9525">
            <a:solidFill>
              <a:srgbClr val="EEEE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 rot="1260">
            <a:off x="-2619" y="6396038"/>
            <a:ext cx="14635639" cy="0"/>
          </a:xfrm>
          <a:prstGeom prst="line">
            <a:avLst/>
          </a:prstGeom>
          <a:ln cap="rnd" w="9525">
            <a:solidFill>
              <a:srgbClr val="EEEE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 rot="1260">
            <a:off x="-2619" y="7462838"/>
            <a:ext cx="14635639" cy="0"/>
          </a:xfrm>
          <a:prstGeom prst="line">
            <a:avLst/>
          </a:prstGeom>
          <a:ln cap="rnd" w="9525">
            <a:solidFill>
              <a:srgbClr val="EEEE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 rot="1260">
            <a:off x="-2619" y="8529638"/>
            <a:ext cx="14635639" cy="0"/>
          </a:xfrm>
          <a:prstGeom prst="line">
            <a:avLst/>
          </a:prstGeom>
          <a:ln cap="rnd" w="9525">
            <a:solidFill>
              <a:srgbClr val="EEEE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 rot="1260">
            <a:off x="-2619" y="9596438"/>
            <a:ext cx="14635639" cy="0"/>
          </a:xfrm>
          <a:prstGeom prst="line">
            <a:avLst/>
          </a:prstGeom>
          <a:ln cap="rnd" w="9525">
            <a:solidFill>
              <a:srgbClr val="EEEE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8" id="28"/>
          <p:cNvGrpSpPr/>
          <p:nvPr/>
        </p:nvGrpSpPr>
        <p:grpSpPr>
          <a:xfrm rot="0">
            <a:off x="4198782" y="1976009"/>
            <a:ext cx="6191250" cy="5172504"/>
            <a:chOff x="0" y="0"/>
            <a:chExt cx="8255000" cy="6896671"/>
          </a:xfrm>
        </p:grpSpPr>
        <p:sp>
          <p:nvSpPr>
            <p:cNvPr name="Freeform 29" id="29" descr="Faint ELEVATES security watermark"/>
            <p:cNvSpPr/>
            <p:nvPr/>
          </p:nvSpPr>
          <p:spPr>
            <a:xfrm flipH="false" flipV="false" rot="0">
              <a:off x="0" y="0"/>
              <a:ext cx="8255000" cy="6896735"/>
            </a:xfrm>
            <a:custGeom>
              <a:avLst/>
              <a:gdLst/>
              <a:ahLst/>
              <a:cxnLst/>
              <a:rect r="r" b="b" t="t" l="l"/>
              <a:pathLst>
                <a:path h="6896735" w="8255000">
                  <a:moveTo>
                    <a:pt x="0" y="0"/>
                  </a:moveTo>
                  <a:lnTo>
                    <a:pt x="8255000" y="0"/>
                  </a:lnTo>
                  <a:lnTo>
                    <a:pt x="8255000" y="6896735"/>
                  </a:lnTo>
                  <a:lnTo>
                    <a:pt x="0" y="68967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8792" y="-639051"/>
            <a:ext cx="2582008" cy="3425114"/>
            <a:chOff x="0" y="0"/>
            <a:chExt cx="3442678" cy="4566818"/>
          </a:xfrm>
        </p:grpSpPr>
        <p:sp>
          <p:nvSpPr>
            <p:cNvPr name="Freeform 31" id="31" descr="Hand-drawn curve"/>
            <p:cNvSpPr/>
            <p:nvPr/>
          </p:nvSpPr>
          <p:spPr>
            <a:xfrm flipH="false" flipV="false" rot="0">
              <a:off x="0" y="0"/>
              <a:ext cx="3442716" cy="4566793"/>
            </a:xfrm>
            <a:custGeom>
              <a:avLst/>
              <a:gdLst/>
              <a:ahLst/>
              <a:cxnLst/>
              <a:rect r="r" b="b" t="t" l="l"/>
              <a:pathLst>
                <a:path h="4566793" w="3442716">
                  <a:moveTo>
                    <a:pt x="0" y="0"/>
                  </a:moveTo>
                  <a:lnTo>
                    <a:pt x="3442716" y="0"/>
                  </a:lnTo>
                  <a:lnTo>
                    <a:pt x="3442716" y="4566793"/>
                  </a:lnTo>
                  <a:lnTo>
                    <a:pt x="0" y="4566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1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685800" y="590550"/>
            <a:ext cx="200025" cy="200025"/>
            <a:chOff x="0" y="0"/>
            <a:chExt cx="266700" cy="2667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66700" cy="266700"/>
            </a:xfrm>
            <a:custGeom>
              <a:avLst/>
              <a:gdLst/>
              <a:ahLst/>
              <a:cxnLst/>
              <a:rect r="r" b="b" t="t" l="l"/>
              <a:pathLst>
                <a:path h="266700" w="266700">
                  <a:moveTo>
                    <a:pt x="0" y="0"/>
                  </a:moveTo>
                  <a:lnTo>
                    <a:pt x="266700" y="0"/>
                  </a:lnTo>
                  <a:lnTo>
                    <a:pt x="266700" y="266700"/>
                  </a:lnTo>
                  <a:lnTo>
                    <a:pt x="0" y="266700"/>
                  </a:lnTo>
                  <a:close/>
                </a:path>
              </a:pathLst>
            </a:custGeom>
            <a:solidFill>
              <a:srgbClr val="FC4C2A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885825" y="790575"/>
            <a:ext cx="200025" cy="200025"/>
            <a:chOff x="0" y="0"/>
            <a:chExt cx="266700" cy="2667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66700" cy="266700"/>
            </a:xfrm>
            <a:custGeom>
              <a:avLst/>
              <a:gdLst/>
              <a:ahLst/>
              <a:cxnLst/>
              <a:rect r="r" b="b" t="t" l="l"/>
              <a:pathLst>
                <a:path h="266700" w="266700">
                  <a:moveTo>
                    <a:pt x="0" y="0"/>
                  </a:moveTo>
                  <a:lnTo>
                    <a:pt x="266700" y="0"/>
                  </a:lnTo>
                  <a:lnTo>
                    <a:pt x="266700" y="266700"/>
                  </a:lnTo>
                  <a:lnTo>
                    <a:pt x="0" y="266700"/>
                  </a:lnTo>
                  <a:close/>
                </a:path>
              </a:pathLst>
            </a:custGeom>
            <a:solidFill>
              <a:srgbClr val="FC4C2A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685800" y="990600"/>
            <a:ext cx="200025" cy="200025"/>
            <a:chOff x="0" y="0"/>
            <a:chExt cx="266700" cy="2667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66700" cy="266700"/>
            </a:xfrm>
            <a:custGeom>
              <a:avLst/>
              <a:gdLst/>
              <a:ahLst/>
              <a:cxnLst/>
              <a:rect r="r" b="b" t="t" l="l"/>
              <a:pathLst>
                <a:path h="266700" w="266700">
                  <a:moveTo>
                    <a:pt x="0" y="0"/>
                  </a:moveTo>
                  <a:lnTo>
                    <a:pt x="266700" y="0"/>
                  </a:lnTo>
                  <a:lnTo>
                    <a:pt x="266700" y="266700"/>
                  </a:lnTo>
                  <a:lnTo>
                    <a:pt x="0" y="266700"/>
                  </a:lnTo>
                  <a:close/>
                </a:path>
              </a:pathLst>
            </a:custGeom>
            <a:solidFill>
              <a:srgbClr val="FC4C2A"/>
            </a:solidFill>
          </p:spPr>
        </p:sp>
      </p:grpSp>
      <p:grpSp>
        <p:nvGrpSpPr>
          <p:cNvPr name="Group 38" id="38"/>
          <p:cNvGrpSpPr/>
          <p:nvPr/>
        </p:nvGrpSpPr>
        <p:grpSpPr>
          <a:xfrm rot="1831704">
            <a:off x="938392" y="1935538"/>
            <a:ext cx="458289" cy="559992"/>
            <a:chOff x="0" y="0"/>
            <a:chExt cx="611053" cy="746656"/>
          </a:xfrm>
        </p:grpSpPr>
        <p:sp>
          <p:nvSpPr>
            <p:cNvPr name="AutoShape 39" id="39"/>
            <p:cNvSpPr/>
            <p:nvPr/>
          </p:nvSpPr>
          <p:spPr>
            <a:xfrm>
              <a:off x="288378" y="584"/>
              <a:ext cx="34296" cy="745489"/>
            </a:xfrm>
            <a:prstGeom prst="line">
              <a:avLst/>
            </a:prstGeom>
            <a:ln cap="rnd" w="25400">
              <a:solidFill>
                <a:srgbClr val="FC4C2A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0" id="40"/>
            <p:cNvSpPr/>
            <p:nvPr/>
          </p:nvSpPr>
          <p:spPr>
            <a:xfrm>
              <a:off x="8980" y="76782"/>
              <a:ext cx="593092" cy="593092"/>
            </a:xfrm>
            <a:prstGeom prst="line">
              <a:avLst/>
            </a:prstGeom>
            <a:ln cap="rnd" w="25400">
              <a:solidFill>
                <a:srgbClr val="FC4C2A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1" id="41"/>
            <p:cNvSpPr/>
            <p:nvPr/>
          </p:nvSpPr>
          <p:spPr>
            <a:xfrm flipV="true">
              <a:off x="8980" y="76782"/>
              <a:ext cx="593092" cy="593092"/>
            </a:xfrm>
            <a:prstGeom prst="line">
              <a:avLst/>
            </a:prstGeom>
            <a:ln cap="rnd" w="25400">
              <a:solidFill>
                <a:srgbClr val="FC4C2A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2338047" y="76200"/>
            <a:ext cx="2320928" cy="2047875"/>
            <a:chOff x="0" y="0"/>
            <a:chExt cx="3094571" cy="2730500"/>
          </a:xfrm>
        </p:grpSpPr>
        <p:sp>
          <p:nvSpPr>
            <p:cNvPr name="Freeform 43" id="43" descr="Handwritten motivational doodle"/>
            <p:cNvSpPr/>
            <p:nvPr/>
          </p:nvSpPr>
          <p:spPr>
            <a:xfrm flipH="false" flipV="false" rot="0">
              <a:off x="0" y="0"/>
              <a:ext cx="3094609" cy="2730500"/>
            </a:xfrm>
            <a:custGeom>
              <a:avLst/>
              <a:gdLst/>
              <a:ahLst/>
              <a:cxnLst/>
              <a:rect r="r" b="b" t="t" l="l"/>
              <a:pathLst>
                <a:path h="2730500" w="3094609">
                  <a:moveTo>
                    <a:pt x="0" y="0"/>
                  </a:moveTo>
                  <a:lnTo>
                    <a:pt x="3094609" y="0"/>
                  </a:lnTo>
                  <a:lnTo>
                    <a:pt x="3094609" y="2730500"/>
                  </a:lnTo>
                  <a:lnTo>
                    <a:pt x="0" y="2730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-279780">
            <a:off x="13014627" y="3044304"/>
            <a:ext cx="1238250" cy="1179281"/>
            <a:chOff x="0" y="0"/>
            <a:chExt cx="1651000" cy="1572374"/>
          </a:xfrm>
        </p:grpSpPr>
        <p:sp>
          <p:nvSpPr>
            <p:cNvPr name="Freeform 45" id="45" descr="Orange pixel smiley"/>
            <p:cNvSpPr/>
            <p:nvPr/>
          </p:nvSpPr>
          <p:spPr>
            <a:xfrm flipH="false" flipV="false" rot="0">
              <a:off x="0" y="0"/>
              <a:ext cx="1651000" cy="1572387"/>
            </a:xfrm>
            <a:custGeom>
              <a:avLst/>
              <a:gdLst/>
              <a:ahLst/>
              <a:cxnLst/>
              <a:rect r="r" b="b" t="t" l="l"/>
              <a:pathLst>
                <a:path h="1572387" w="1651000">
                  <a:moveTo>
                    <a:pt x="0" y="0"/>
                  </a:moveTo>
                  <a:lnTo>
                    <a:pt x="1651000" y="0"/>
                  </a:lnTo>
                  <a:lnTo>
                    <a:pt x="1651000" y="1572387"/>
                  </a:lnTo>
                  <a:lnTo>
                    <a:pt x="0" y="15723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-28575" y="5462588"/>
            <a:ext cx="2905125" cy="4357688"/>
            <a:chOff x="0" y="0"/>
            <a:chExt cx="3873500" cy="5810250"/>
          </a:xfrm>
        </p:grpSpPr>
        <p:sp>
          <p:nvSpPr>
            <p:cNvPr name="Freeform 47" id="47" descr="Progress staircase with flag"/>
            <p:cNvSpPr/>
            <p:nvPr/>
          </p:nvSpPr>
          <p:spPr>
            <a:xfrm flipH="false" flipV="false" rot="0">
              <a:off x="0" y="0"/>
              <a:ext cx="3873500" cy="5810250"/>
            </a:xfrm>
            <a:custGeom>
              <a:avLst/>
              <a:gdLst/>
              <a:ahLst/>
              <a:cxnLst/>
              <a:rect r="r" b="b" t="t" l="l"/>
              <a:pathLst>
                <a:path h="5810250" w="3873500">
                  <a:moveTo>
                    <a:pt x="0" y="0"/>
                  </a:moveTo>
                  <a:lnTo>
                    <a:pt x="3873500" y="0"/>
                  </a:lnTo>
                  <a:lnTo>
                    <a:pt x="3873500" y="5810250"/>
                  </a:lnTo>
                  <a:lnTo>
                    <a:pt x="0" y="58102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8396288" y="6319838"/>
            <a:ext cx="6248400" cy="3467100"/>
            <a:chOff x="0" y="0"/>
            <a:chExt cx="8331200" cy="4622800"/>
          </a:xfrm>
        </p:grpSpPr>
        <p:sp>
          <p:nvSpPr>
            <p:cNvPr name="Freeform 49" id="49" descr="Orange peach wave"/>
            <p:cNvSpPr/>
            <p:nvPr/>
          </p:nvSpPr>
          <p:spPr>
            <a:xfrm flipH="false" flipV="false" rot="0">
              <a:off x="0" y="0"/>
              <a:ext cx="8331200" cy="4622800"/>
            </a:xfrm>
            <a:custGeom>
              <a:avLst/>
              <a:gdLst/>
              <a:ahLst/>
              <a:cxnLst/>
              <a:rect r="r" b="b" t="t" l="l"/>
              <a:pathLst>
                <a:path h="4622800" w="8331200">
                  <a:moveTo>
                    <a:pt x="0" y="0"/>
                  </a:moveTo>
                  <a:lnTo>
                    <a:pt x="8331200" y="0"/>
                  </a:lnTo>
                  <a:lnTo>
                    <a:pt x="8331200" y="4622800"/>
                  </a:lnTo>
                  <a:lnTo>
                    <a:pt x="0" y="462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10073" r="0" b="-10073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814512" y="190500"/>
            <a:ext cx="5514975" cy="1838325"/>
            <a:chOff x="0" y="0"/>
            <a:chExt cx="7353300" cy="2451100"/>
          </a:xfrm>
        </p:grpSpPr>
        <p:sp>
          <p:nvSpPr>
            <p:cNvPr name="Freeform 51" id="51" descr="ELEVATES — For students by students"/>
            <p:cNvSpPr/>
            <p:nvPr/>
          </p:nvSpPr>
          <p:spPr>
            <a:xfrm flipH="false" flipV="false" rot="0">
              <a:off x="0" y="0"/>
              <a:ext cx="7353300" cy="2451100"/>
            </a:xfrm>
            <a:custGeom>
              <a:avLst/>
              <a:gdLst/>
              <a:ahLst/>
              <a:cxnLst/>
              <a:rect r="r" b="b" t="t" l="l"/>
              <a:pathLst>
                <a:path h="2451100" w="7353300">
                  <a:moveTo>
                    <a:pt x="0" y="0"/>
                  </a:moveTo>
                  <a:lnTo>
                    <a:pt x="7353300" y="0"/>
                  </a:lnTo>
                  <a:lnTo>
                    <a:pt x="7353300" y="2451100"/>
                  </a:lnTo>
                  <a:lnTo>
                    <a:pt x="0" y="2451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3619500" y="2400300"/>
            <a:ext cx="7391400" cy="1317803"/>
            <a:chOff x="0" y="0"/>
            <a:chExt cx="9855200" cy="175707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9855200" cy="1757069"/>
            </a:xfrm>
            <a:custGeom>
              <a:avLst/>
              <a:gdLst/>
              <a:ahLst/>
              <a:cxnLst/>
              <a:rect r="r" b="b" t="t" l="l"/>
              <a:pathLst>
                <a:path h="1757069" w="9855200">
                  <a:moveTo>
                    <a:pt x="0" y="0"/>
                  </a:moveTo>
                  <a:lnTo>
                    <a:pt x="9855200" y="0"/>
                  </a:lnTo>
                  <a:lnTo>
                    <a:pt x="9855200" y="1757069"/>
                  </a:lnTo>
                  <a:lnTo>
                    <a:pt x="0" y="1757069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69535" r="0" b="-49043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9525"/>
              <a:ext cx="9855200" cy="17665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920"/>
                </a:lnSpc>
              </a:pPr>
              <a:r>
                <a:rPr lang="en-US" b="true" sz="6600" spc="303">
                  <a:solidFill>
                    <a:srgbClr val="111111"/>
                  </a:solidFill>
                  <a:latin typeface="Montserrat Ultra-Bold"/>
                  <a:ea typeface="Montserrat Ultra-Bold"/>
                  <a:cs typeface="Montserrat Ultra-Bold"/>
                  <a:sym typeface="Montserrat Ultra-Bold"/>
                </a:rPr>
                <a:t>CERTIFICATE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4076700" y="3377546"/>
            <a:ext cx="6438900" cy="565804"/>
            <a:chOff x="0" y="0"/>
            <a:chExt cx="8585200" cy="754405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8585200" cy="754404"/>
            </a:xfrm>
            <a:custGeom>
              <a:avLst/>
              <a:gdLst/>
              <a:ahLst/>
              <a:cxnLst/>
              <a:rect r="r" b="b" t="t" l="l"/>
              <a:pathLst>
                <a:path h="754404" w="8585200">
                  <a:moveTo>
                    <a:pt x="0" y="0"/>
                  </a:moveTo>
                  <a:lnTo>
                    <a:pt x="8585200" y="0"/>
                  </a:lnTo>
                  <a:lnTo>
                    <a:pt x="8585200" y="754404"/>
                  </a:lnTo>
                  <a:lnTo>
                    <a:pt x="0" y="754404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77972" r="0" b="-165511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0"/>
              <a:ext cx="8585200" cy="754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 b="true">
                  <a:solidFill>
                    <a:srgbClr val="11111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O F   R E C O G N I T I O N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4629150" y="4171950"/>
            <a:ext cx="5372100" cy="361950"/>
            <a:chOff x="0" y="0"/>
            <a:chExt cx="7162800" cy="4826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7162800" cy="482600"/>
            </a:xfrm>
            <a:custGeom>
              <a:avLst/>
              <a:gdLst/>
              <a:ahLst/>
              <a:cxnLst/>
              <a:rect r="r" b="b" t="t" l="l"/>
              <a:pathLst>
                <a:path h="482600" w="7162800">
                  <a:moveTo>
                    <a:pt x="0" y="0"/>
                  </a:moveTo>
                  <a:lnTo>
                    <a:pt x="7162800" y="0"/>
                  </a:lnTo>
                  <a:lnTo>
                    <a:pt x="7162800" y="482600"/>
                  </a:lnTo>
                  <a:lnTo>
                    <a:pt x="0" y="48260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239198" r="0" b="-239198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0"/>
              <a:ext cx="7162800" cy="482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 b="true">
                  <a:solidFill>
                    <a:srgbClr val="111111"/>
                  </a:solidFill>
                  <a:latin typeface="Canva Sans Medium"/>
                  <a:ea typeface="Canva Sans Medium"/>
                  <a:cs typeface="Canva Sans Medium"/>
                  <a:sym typeface="Canva Sans Medium"/>
                </a:rPr>
                <a:t>T H I S   I S   T O   C E R T I F Y   T H A T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3695700" y="4648200"/>
            <a:ext cx="7239000" cy="1066800"/>
            <a:chOff x="0" y="0"/>
            <a:chExt cx="9652000" cy="14224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9652000" cy="1422400"/>
            </a:xfrm>
            <a:custGeom>
              <a:avLst/>
              <a:gdLst/>
              <a:ahLst/>
              <a:cxnLst/>
              <a:rect r="r" b="b" t="t" l="l"/>
              <a:pathLst>
                <a:path h="1422400" w="9652000">
                  <a:moveTo>
                    <a:pt x="0" y="0"/>
                  </a:moveTo>
                  <a:lnTo>
                    <a:pt x="9652000" y="0"/>
                  </a:lnTo>
                  <a:lnTo>
                    <a:pt x="9652000" y="1422400"/>
                  </a:lnTo>
                  <a:lnTo>
                    <a:pt x="0" y="142240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82219" r="0" b="-82219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19050"/>
              <a:ext cx="9652000" cy="1441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380"/>
                </a:lnSpc>
              </a:pPr>
              <a:r>
                <a:rPr lang="en-US" sz="6150" i="true">
                  <a:solidFill>
                    <a:srgbClr val="111111"/>
                  </a:solidFill>
                  <a:latin typeface="Arimo Italics"/>
                  <a:ea typeface="Arimo Italics"/>
                  <a:cs typeface="Arimo Italics"/>
                  <a:sym typeface="Arimo Italics"/>
                </a:rPr>
                <a:t>{recipient_name}</a:t>
              </a:r>
            </a:p>
          </p:txBody>
        </p:sp>
      </p:grpSp>
      <p:sp>
        <p:nvSpPr>
          <p:cNvPr name="AutoShape 64" id="64"/>
          <p:cNvSpPr/>
          <p:nvPr/>
        </p:nvSpPr>
        <p:spPr>
          <a:xfrm rot="7680">
            <a:off x="3687594" y="5824538"/>
            <a:ext cx="7255212" cy="0"/>
          </a:xfrm>
          <a:prstGeom prst="line">
            <a:avLst/>
          </a:prstGeom>
          <a:ln cap="rnd" w="9525">
            <a:solidFill>
              <a:srgbClr val="11111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5" id="65"/>
          <p:cNvGrpSpPr/>
          <p:nvPr/>
        </p:nvGrpSpPr>
        <p:grpSpPr>
          <a:xfrm rot="0">
            <a:off x="3600450" y="6096000"/>
            <a:ext cx="7429500" cy="895350"/>
            <a:chOff x="0" y="0"/>
            <a:chExt cx="9906000" cy="11938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9906000" cy="1193800"/>
            </a:xfrm>
            <a:custGeom>
              <a:avLst/>
              <a:gdLst/>
              <a:ahLst/>
              <a:cxnLst/>
              <a:rect r="r" b="b" t="t" l="l"/>
              <a:pathLst>
                <a:path h="1193800" w="9906000">
                  <a:moveTo>
                    <a:pt x="0" y="0"/>
                  </a:moveTo>
                  <a:lnTo>
                    <a:pt x="9906000" y="0"/>
                  </a:lnTo>
                  <a:lnTo>
                    <a:pt x="9906000" y="1193800"/>
                  </a:lnTo>
                  <a:lnTo>
                    <a:pt x="0" y="119380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11684" r="0" b="-111684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47625"/>
              <a:ext cx="9906000" cy="1241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98"/>
                </a:lnSpc>
              </a:pPr>
              <a:r>
                <a:rPr lang="en-US" sz="1350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has been an active member of Elevates</a:t>
              </a:r>
            </a:p>
            <a:p>
              <a:pPr algn="ctr">
                <a:lnSpc>
                  <a:spcPts val="1998"/>
                </a:lnSpc>
              </a:pPr>
              <a:r>
                <a:rPr lang="en-US" sz="1350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and has demonstrated dedication, curiosity, and a commitment to</a:t>
              </a:r>
            </a:p>
            <a:p>
              <a:pPr algn="ctr">
                <a:lnSpc>
                  <a:spcPts val="1998"/>
                </a:lnSpc>
              </a:pPr>
              <a:r>
                <a:rPr lang="en-US" sz="1350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learning, building, and creating a better tomorrow.</a:t>
              </a:r>
            </a:p>
          </p:txBody>
        </p:sp>
      </p:grpSp>
      <p:sp>
        <p:nvSpPr>
          <p:cNvPr name="AutoShape 68" id="68"/>
          <p:cNvSpPr/>
          <p:nvPr/>
        </p:nvSpPr>
        <p:spPr>
          <a:xfrm rot="15720">
            <a:off x="2709139" y="7853362"/>
            <a:ext cx="2392232" cy="0"/>
          </a:xfrm>
          <a:prstGeom prst="line">
            <a:avLst/>
          </a:prstGeom>
          <a:ln cap="rnd" w="9525">
            <a:solidFill>
              <a:srgbClr val="11111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9" id="69"/>
          <p:cNvSpPr txBox="true"/>
          <p:nvPr/>
        </p:nvSpPr>
        <p:spPr>
          <a:xfrm rot="0">
            <a:off x="2714625" y="7915275"/>
            <a:ext cx="238125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 b="true">
                <a:solidFill>
                  <a:srgbClr val="111111"/>
                </a:solidFill>
                <a:latin typeface="Arial Bold"/>
                <a:ea typeface="Arial Bold"/>
                <a:cs typeface="Arial Bold"/>
                <a:sym typeface="Arial Bold"/>
              </a:rPr>
              <a:t>{principal_name}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2714625" y="8181975"/>
            <a:ext cx="2381250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"/>
              </a:lnSpc>
            </a:pPr>
            <a:r>
              <a:rPr lang="en-US" sz="7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P R I N C I P A L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2714625" y="8420100"/>
            <a:ext cx="2381250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0"/>
              </a:lnSpc>
            </a:pPr>
            <a:r>
              <a:rPr lang="en-US" sz="825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{institution_name}</a:t>
            </a:r>
          </a:p>
        </p:txBody>
      </p:sp>
      <p:sp>
        <p:nvSpPr>
          <p:cNvPr name="AutoShape 72" id="72"/>
          <p:cNvSpPr/>
          <p:nvPr/>
        </p:nvSpPr>
        <p:spPr>
          <a:xfrm rot="15720">
            <a:off x="9519514" y="7853362"/>
            <a:ext cx="2392232" cy="0"/>
          </a:xfrm>
          <a:prstGeom prst="line">
            <a:avLst/>
          </a:prstGeom>
          <a:ln cap="rnd" w="9525">
            <a:solidFill>
              <a:srgbClr val="11111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3" id="73"/>
          <p:cNvSpPr txBox="true"/>
          <p:nvPr/>
        </p:nvSpPr>
        <p:spPr>
          <a:xfrm rot="0">
            <a:off x="9525000" y="7915275"/>
            <a:ext cx="238125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 b="true">
                <a:solidFill>
                  <a:srgbClr val="111111"/>
                </a:solidFill>
                <a:latin typeface="Arial Bold"/>
                <a:ea typeface="Arial Bold"/>
                <a:cs typeface="Arial Bold"/>
                <a:sym typeface="Arial Bold"/>
              </a:rPr>
              <a:t>{advisor_name}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9525000" y="8191500"/>
            <a:ext cx="2381250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0"/>
              </a:lnSpc>
            </a:pPr>
            <a:r>
              <a:rPr lang="en-US" sz="675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F A C U L T Y   A D V I S O R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9525000" y="8420100"/>
            <a:ext cx="2381250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0"/>
              </a:lnSpc>
            </a:pPr>
            <a:r>
              <a:rPr lang="en-US" sz="825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{institution_name}</a:t>
            </a:r>
          </a:p>
        </p:txBody>
      </p:sp>
      <p:grpSp>
        <p:nvGrpSpPr>
          <p:cNvPr name="Group 76" id="76"/>
          <p:cNvGrpSpPr/>
          <p:nvPr/>
        </p:nvGrpSpPr>
        <p:grpSpPr>
          <a:xfrm rot="0">
            <a:off x="6505575" y="7239000"/>
            <a:ext cx="1619250" cy="1619250"/>
            <a:chOff x="0" y="0"/>
            <a:chExt cx="2159000" cy="2159000"/>
          </a:xfrm>
        </p:grpSpPr>
        <p:sp>
          <p:nvSpPr>
            <p:cNvPr name="Freeform 77" id="77" descr="Official ELEVATES seal"/>
            <p:cNvSpPr/>
            <p:nvPr/>
          </p:nvSpPr>
          <p:spPr>
            <a:xfrm flipH="false" flipV="false" rot="0">
              <a:off x="0" y="0"/>
              <a:ext cx="2159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2159000">
                  <a:moveTo>
                    <a:pt x="0" y="0"/>
                  </a:moveTo>
                  <a:lnTo>
                    <a:pt x="2159000" y="0"/>
                  </a:lnTo>
                  <a:lnTo>
                    <a:pt x="2159000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sp>
        <p:nvSpPr>
          <p:cNvPr name="TextBox 78" id="78"/>
          <p:cNvSpPr txBox="true"/>
          <p:nvPr/>
        </p:nvSpPr>
        <p:spPr>
          <a:xfrm rot="0">
            <a:off x="2571750" y="9220200"/>
            <a:ext cx="257175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"/>
              </a:lnSpc>
            </a:pPr>
            <a:r>
              <a:rPr lang="en-US" sz="7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I D E A S   I N T O   I M P A C T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12075578" y="9298306"/>
            <a:ext cx="2286000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10"/>
              </a:lnSpc>
            </a:pPr>
            <a:r>
              <a:rPr lang="en-US" sz="675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A   H I G H E R   T O M O R R O W</a:t>
            </a:r>
          </a:p>
        </p:txBody>
      </p:sp>
      <p:sp>
        <p:nvSpPr>
          <p:cNvPr name="AutoShape 80" id="80"/>
          <p:cNvSpPr/>
          <p:nvPr/>
        </p:nvSpPr>
        <p:spPr>
          <a:xfrm>
            <a:off x="13769460" y="9453562"/>
            <a:ext cx="592118" cy="1"/>
          </a:xfrm>
          <a:prstGeom prst="line">
            <a:avLst/>
          </a:prstGeom>
          <a:ln cap="rnd" w="9525">
            <a:solidFill>
              <a:srgbClr val="FC4C2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1" id="81"/>
          <p:cNvSpPr/>
          <p:nvPr/>
        </p:nvSpPr>
        <p:spPr>
          <a:xfrm>
            <a:off x="2590800" y="9436912"/>
            <a:ext cx="592118" cy="1"/>
          </a:xfrm>
          <a:prstGeom prst="line">
            <a:avLst/>
          </a:prstGeom>
          <a:ln cap="rnd" w="9525">
            <a:solidFill>
              <a:srgbClr val="FC4C2A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DAHVV8Xw0c4</dc:identifier>
  <dcterms:modified xsi:type="dcterms:W3CDTF">2011-08-01T06:04:30Z</dcterms:modified>
  <cp:revision>1</cp:revision>
  <dc:title>ELEVATES_Certificate.pptx</dc:title>
</cp:coreProperties>
</file>